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83780" y="685800"/>
            <a:ext cx="4069080" cy="53492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1325880"/>
            <a:ext cx="2286000" cy="2286000"/>
          </a:xfrm>
          <a:prstGeom prst="ellipse">
            <a:avLst/>
          </a:prstGeom>
          <a:noFill/>
          <a:ln w="25400">
            <a:solidFill>
              <a:srgbClr val="5F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85632" y="1581912"/>
            <a:ext cx="1773936" cy="1773936"/>
          </a:xfrm>
          <a:prstGeom prst="ellipse">
            <a:avLst/>
          </a:prstGeom>
          <a:noFill/>
          <a:ln w="25400">
            <a:solidFill>
              <a:srgbClr val="3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41664" y="1837943"/>
            <a:ext cx="1261872" cy="1261872"/>
          </a:xfrm>
          <a:prstGeom prst="ellipse">
            <a:avLst/>
          </a:prstGeom>
          <a:noFill/>
          <a:ln w="25400"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914400"/>
            <a:ext cx="63093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3AE1EB"/>
                </a:solidFill>
                <a:latin typeface="Aptos"/>
              </a:defRPr>
            </a:pPr>
            <a:r>
              <a:t>MACHINE LEARNING • AUTOMOTIVE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649224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800" b="1">
                <a:solidFill>
                  <a:srgbClr val="F4F7FC"/>
                </a:solidFill>
                <a:latin typeface="Aptos"/>
              </a:defRPr>
            </a:pPr>
            <a:r>
              <a:t>CarLens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61264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5FBEFF"/>
                </a:solidFill>
                <a:latin typeface="Aptos"/>
              </a:defRPr>
            </a:pPr>
            <a:r>
              <a:t>Know Your Car’s True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29000"/>
            <a:ext cx="59436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0">
                <a:solidFill>
                  <a:srgbClr val="A3B5CF"/>
                </a:solidFill>
                <a:latin typeface="Aptos"/>
              </a:defRPr>
            </a:pPr>
            <a:r>
              <a:t>A web-based platform for estimating used-car market value using machine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17720"/>
            <a:ext cx="60350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PROJECT 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37760"/>
            <a:ext cx="314789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rPr dirty="0"/>
              <a:t>Khushi Desai  •  241011202</a:t>
            </a:r>
            <a:r>
              <a:rPr lang="en-IN" dirty="0"/>
              <a:t>0</a:t>
            </a:r>
            <a:br>
              <a:rPr dirty="0"/>
            </a:br>
            <a:r>
              <a:rPr dirty="0"/>
              <a:t>Durgesh Parmar  •  2410112048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4154916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4F7FC"/>
                </a:solidFill>
                <a:latin typeface="Aptos"/>
              </a:defRPr>
            </a:pPr>
            <a:r>
              <a:rPr dirty="0"/>
              <a:t>DATA  →  MODEL  → 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01 /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Why used-car valuation needs better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Car prices depend on several vehicle characteristics, making consistent estimation challenging.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19659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33472"/>
            <a:ext cx="3026664" cy="1252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Prices can vary by brand, model variant, age, mileage and fuel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29000" cy="19659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17627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33472"/>
            <a:ext cx="3026664" cy="1252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Buyers and sellers need a quick reference estimate to support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3429000" cy="19659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217627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633472"/>
            <a:ext cx="3026664" cy="12527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CarLens applies a trained regression model to the vehicle details provided.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1">
                <a:solidFill>
                  <a:srgbClr val="F4F7FC"/>
                </a:solidFill>
                <a:latin typeface="Aptos"/>
              </a:defRPr>
            </a:pPr>
            <a:r>
              <a:t>Project problem: build a usable web application that converts selected vehicle attributes into an estimated market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A practical valuation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CarLens connects a simple interface to a trained machine learning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154680" cy="19202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01  ENTER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2752344" cy="12070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Brand • Variant</a:t>
            </a:r>
            <a:br/>
            <a:r>
              <a:t>Model year • Kilometres</a:t>
            </a:r>
            <a:br/>
            <a:r>
              <a:t>Fuel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03120"/>
            <a:ext cx="3154680" cy="19202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2267712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02  MODEL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724912"/>
            <a:ext cx="2752344" cy="12070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Flask validates the input and sends it through the saved Scikit-learn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03120"/>
            <a:ext cx="3154680" cy="19202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2267712"/>
            <a:ext cx="27523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03  VIEW 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724912"/>
            <a:ext cx="2752344" cy="12070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The application displays a predicted price and the vehicle details.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4" y="2788920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6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788920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6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A3B5CF"/>
                </a:solidFill>
                <a:latin typeface="Aptos"/>
              </a:defRPr>
            </a:pPr>
            <a:r>
              <a:t>Core features: prediction • side-by-side comparison • dashboard and local prediction history • registration/login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How the application components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The frontend collects inputs; the backend validates and returns model predictions.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874519" cy="15087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587752"/>
            <a:ext cx="147218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44952"/>
            <a:ext cx="1472184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898648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0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23160"/>
            <a:ext cx="1874519" cy="15087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587752"/>
            <a:ext cx="147218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Flask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044952"/>
            <a:ext cx="1472184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/options  •  /predict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98648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0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423160"/>
            <a:ext cx="1874519" cy="15087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67528" y="2587752"/>
            <a:ext cx="147218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044952"/>
            <a:ext cx="1472184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Categorical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898648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0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423160"/>
            <a:ext cx="1874519" cy="15087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2587752"/>
            <a:ext cx="147218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ML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044952"/>
            <a:ext cx="1472184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898648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000" b="1">
                <a:solidFill>
                  <a:srgbClr val="5F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423160"/>
            <a:ext cx="1874519" cy="15087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30968" y="2587752"/>
            <a:ext cx="147218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JSON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3044952"/>
            <a:ext cx="1472184" cy="7955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Estimated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1069848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Frontend: React  |  Backend: Python + Flask  |  ML: Scikit-learn  |  Data handling: Pandas + 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The browser communicates with the Flask API; the trained model runs on the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04 /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Dataset and input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The model learns patterns from historical used-car listings.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965960" cy="114300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157984"/>
            <a:ext cx="17373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5FBEFF"/>
                </a:solidFill>
                <a:latin typeface="Aptos"/>
              </a:defRPr>
            </a:pPr>
            <a:r>
              <a:t>3,073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A3B5CF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65960"/>
            <a:ext cx="1965960" cy="114300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157984"/>
            <a:ext cx="17373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5FBE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587752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A3B5CF"/>
                </a:solidFill>
                <a:latin typeface="Aptos"/>
              </a:defRPr>
            </a:pPr>
            <a:r>
              <a:t>brands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965960"/>
            <a:ext cx="1965960" cy="114300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2157984"/>
            <a:ext cx="17373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5FBEFF"/>
                </a:solidFill>
                <a:latin typeface="Aptos"/>
              </a:defRPr>
            </a:pPr>
            <a:r>
              <a:t>2008–2025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587752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0">
                <a:solidFill>
                  <a:srgbClr val="A3B5CF"/>
                </a:solidFill>
                <a:latin typeface="Aptos"/>
              </a:defRPr>
            </a:pPr>
            <a:r>
              <a:t>model 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920240"/>
            <a:ext cx="3840480" cy="141732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8" y="2084832"/>
            <a:ext cx="34381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2542032"/>
            <a:ext cx="3438144" cy="704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Final_Price — the value the model is trained to estimate.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3AE1EB"/>
                </a:solidFill>
                <a:latin typeface="Aptos"/>
              </a:defRPr>
            </a:pPr>
            <a:r>
              <a:t>MODEL INPUT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43400"/>
            <a:ext cx="1828800" cy="438912"/>
          </a:xfrm>
          <a:prstGeom prst="roundRect">
            <a:avLst/>
          </a:prstGeom>
          <a:solidFill>
            <a:srgbClr val="172237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416552"/>
            <a:ext cx="1682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4F7FC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343400"/>
            <a:ext cx="1828800" cy="438912"/>
          </a:xfrm>
          <a:prstGeom prst="roundRect">
            <a:avLst/>
          </a:prstGeom>
          <a:solidFill>
            <a:srgbClr val="172237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9232" y="4416552"/>
            <a:ext cx="1682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4F7FC"/>
                </a:solidFill>
                <a:latin typeface="Aptos"/>
              </a:defRPr>
            </a:pPr>
            <a:r>
              <a:t>Variant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4343400"/>
            <a:ext cx="1828800" cy="438912"/>
          </a:xfrm>
          <a:prstGeom prst="roundRect">
            <a:avLst/>
          </a:prstGeom>
          <a:solidFill>
            <a:srgbClr val="172237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48072" y="4416552"/>
            <a:ext cx="1682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4F7FC"/>
                </a:solidFill>
                <a:latin typeface="Aptos"/>
              </a:defRPr>
            </a:pPr>
            <a:r>
              <a:t>Model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29200"/>
            <a:ext cx="1828800" cy="438912"/>
          </a:xfrm>
          <a:prstGeom prst="roundRect">
            <a:avLst/>
          </a:prstGeom>
          <a:solidFill>
            <a:srgbClr val="172237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5102352"/>
            <a:ext cx="1682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4F7FC"/>
                </a:solidFill>
                <a:latin typeface="Aptos"/>
              </a:defRPr>
            </a:pPr>
            <a:r>
              <a:t>Kilometres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029200"/>
            <a:ext cx="1828800" cy="438912"/>
          </a:xfrm>
          <a:prstGeom prst="roundRect">
            <a:avLst/>
          </a:prstGeom>
          <a:solidFill>
            <a:srgbClr val="172237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9232" y="5102352"/>
            <a:ext cx="1682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F4F7FC"/>
                </a:solidFill>
                <a:latin typeface="Aptos"/>
              </a:defRPr>
            </a:pPr>
            <a:r>
              <a:t>Fuel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86200"/>
            <a:ext cx="3749039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Dataset coverage and feature availability limit how well the model can generalize to every vehicle.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05 /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From raw records to a trained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Categorical and numeric features are prepared before fitting the regression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61320" cy="713232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54864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3AE1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002536"/>
            <a:ext cx="22860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Inspect &amp;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20824"/>
            <a:ext cx="6766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Standardize categorical text and convert numeric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16352"/>
            <a:ext cx="10561320" cy="713232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80944"/>
            <a:ext cx="54864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3AE1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44368"/>
            <a:ext cx="22860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Encode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962656"/>
            <a:ext cx="6766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OneHotEncoder converts categories into model-readable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58183"/>
            <a:ext cx="10561320" cy="713232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922775"/>
            <a:ext cx="54864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3AE1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886199"/>
            <a:ext cx="22860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04487"/>
            <a:ext cx="6766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80% training set and 20% test 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00016"/>
            <a:ext cx="10561320" cy="713232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864607"/>
            <a:ext cx="54864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3AE1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828031"/>
            <a:ext cx="22860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Train &amp; 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846320"/>
            <a:ext cx="6766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Fit Linear Regression, then evaluate on held-out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9788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5FBEFF"/>
                </a:solidFill>
                <a:latin typeface="Aptos"/>
              </a:defRPr>
            </a:pPr>
            <a:r>
              <a:t>A saved preprocessing + model pipeline is used to transform new inputs consistently.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06 /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Why Linear Regression?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A supervised regression method predicts a continuous numerical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37560" cy="21488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293522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42032"/>
            <a:ext cx="2935224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Brand and variant</a:t>
            </a:r>
            <a:br/>
            <a:r>
              <a:t>Model year</a:t>
            </a:r>
            <a:br/>
            <a:r>
              <a:t>Kilometres driven</a:t>
            </a:r>
            <a:br/>
            <a:r>
              <a:t>Fuel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37560" cy="21488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084832"/>
            <a:ext cx="293522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42032"/>
            <a:ext cx="2935224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The model estimates relationships between encoded vehicle features and historical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337560" cy="214884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2084832"/>
            <a:ext cx="293522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542032"/>
            <a:ext cx="2935224" cy="1435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For a new vehicle, the fitted model returns an estimated price in rupees.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Why this baseline? It is relatively simple and interpretable. Its suitability must be judged by held-out evaluation—not assumed in advance.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Regression predicts numbers; classification predicts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07 /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Model results: useful baseline, meaningful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Evaluation on the held-out test split indicates room for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290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R²  ≈  0.48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3026664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Measures explained variation relative to a baseline; it is not 48%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22199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AE1EB"/>
                </a:solidFill>
                <a:latin typeface="Aptos"/>
              </a:defRPr>
            </a:pPr>
            <a:r>
              <a:t>MAE  ≈  ₹1.89 lakh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79192"/>
            <a:ext cx="3026664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Average absolute difference between predicted and actual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4290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221992"/>
            <a:ext cx="30266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FBE64"/>
                </a:solidFill>
                <a:latin typeface="Aptos"/>
              </a:defRPr>
            </a:pPr>
            <a:r>
              <a:t>RMSE  ≈  ₹4.10 lakh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79192"/>
            <a:ext cx="3026664" cy="9326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Penalizes larger errors more strongly than MAE.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424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Interpretation: the model captures some price patterns, but individual estimates can deviate substantially.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3784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Potential reasons: omitted factors such as vehicle condition, location, ownership history, and market demand; limited dataset coverage; model assumptions.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08 / LIVE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CarLens prediction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A real application screenshot showing the completed prediction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7498079" cy="434340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(20261014-1140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81" y="2304288"/>
            <a:ext cx="7121013" cy="3413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965960"/>
            <a:ext cx="2971800" cy="141732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59368" y="2130552"/>
            <a:ext cx="256946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t>EXAMPLE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2587752"/>
            <a:ext cx="2569464" cy="704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2022 Honda City</a:t>
            </a:r>
            <a:br/>
            <a:r>
              <a:t>50,000 km • Petrol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MODEL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977639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600" b="1">
                <a:solidFill>
                  <a:srgbClr val="F4F7FC"/>
                </a:solidFill>
                <a:latin typeface="Aptos"/>
              </a:defRPr>
            </a:pPr>
            <a:r>
              <a:t>₹8,25,099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754880"/>
            <a:ext cx="274320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A3B5CF"/>
                </a:solidFill>
                <a:latin typeface="Aptos"/>
              </a:defRPr>
            </a:pPr>
            <a:r>
              <a:t>An illustrative model output—not a verified selling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09 /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Comparison, dashboard and account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The interface includes more than a single prediction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0" cy="33375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(20261014-1130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16" y="2262501"/>
            <a:ext cx="4995328" cy="23831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1828800"/>
            <a:ext cx="5166360" cy="33375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(20261014-11310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675" y="2268315"/>
            <a:ext cx="4855169" cy="2377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440680"/>
            <a:ext cx="51206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5FBEFF"/>
                </a:solidFill>
                <a:latin typeface="Aptos"/>
              </a:defRPr>
            </a:pPr>
            <a:r>
              <a:t>COMPARE CARS  •  Estimate two vehicles side by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440680"/>
            <a:ext cx="4846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3AE1EB"/>
                </a:solidFill>
                <a:latin typeface="Aptos"/>
              </a:defRPr>
            </a:pPr>
            <a:r>
              <a:t>DASHBOARD  •  Statistics and recent prediction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10 /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900" b="1">
                <a:solidFill>
                  <a:srgbClr val="F4F7FC"/>
                </a:solidFill>
                <a:latin typeface="Aptos"/>
              </a:defRPr>
            </a:pPr>
            <a:r>
              <a:t>Limitations, future scope and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A3B5CF"/>
                </a:solidFill>
                <a:latin typeface="Aptos"/>
              </a:defRPr>
            </a:pPr>
            <a:r>
              <a:t>CarLens demonstrates end-to-end integration of a regression model with a web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24231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097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FBE64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4809744" cy="1709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• Model estimates can differ from real prices</a:t>
            </a:r>
            <a:br/>
            <a:r>
              <a:t>• Vehicle condition and city are not inputs</a:t>
            </a:r>
            <a:br/>
            <a:r>
              <a:t>• Historical data may not represent every segment</a:t>
            </a:r>
            <a:br/>
            <a:r>
              <a:t>• Current model is a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212080" cy="24231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039112"/>
            <a:ext cx="48097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61DCA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96312"/>
            <a:ext cx="4809744" cy="1709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F4F7FC"/>
                </a:solidFill>
                <a:latin typeface="Aptos"/>
              </a:defRPr>
            </a:pPr>
            <a:r>
              <a:t>• Expand and refresh dataset</a:t>
            </a:r>
            <a:br/>
            <a:r>
              <a:t>• Add condition and location features</a:t>
            </a:r>
            <a:br/>
            <a:r>
              <a:t>• Compare tree-based regression models</a:t>
            </a:r>
            <a:br/>
            <a:r>
              <a:t>• Evaluate generalization and recalibrate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Conclusion: CarLens provides a working demonstration of how historical vehicle data and machine learning can support used-car valuation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1D3DC"/>
                </a:solidFill>
                <a:latin typeface="Aptos"/>
              </a:defRPr>
            </a:pPr>
            <a:r>
              <a:t>11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How a prediction travels through CarLens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2BFD2"/>
                </a:solidFill>
                <a:latin typeface="Aptos"/>
              </a:defRPr>
            </a:pPr>
            <a:r>
              <a:t>React handles the interface; Flask coordinates model inference and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148840" cy="19659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84248"/>
            <a:ext cx="64008" cy="174650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93391"/>
            <a:ext cx="183794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1  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41448"/>
            <a:ext cx="1837944" cy="1307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Collects vehicle inputs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Displays API responses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Routes: Login, Register, Predict,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2" y="2542032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41D3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874519"/>
            <a:ext cx="2240280" cy="19659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99232" y="1984248"/>
            <a:ext cx="64008" cy="174650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1993391"/>
            <a:ext cx="192938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2  Flask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441448"/>
            <a:ext cx="1929384" cy="1307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Validates requests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Handles /register, /login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Runs /predict and /history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542032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41D3D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1874519"/>
            <a:ext cx="2240280" cy="19659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96128" y="1984248"/>
            <a:ext cx="64008" cy="1746504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1993391"/>
            <a:ext cx="192938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3  ML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441448"/>
            <a:ext cx="1929384" cy="1307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Loads linear.pkl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Preprocesses features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Returns estimated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542032"/>
            <a:ext cx="3200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41D3DC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874519"/>
            <a:ext cx="3429000" cy="19659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11312" y="1984248"/>
            <a:ext cx="64008" cy="174650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5904" y="1993391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4  MySQL (carlens_db)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441448"/>
            <a:ext cx="3118104" cy="1307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users: account profile + password hash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prediction_history: inputs, estimate, timestamp, user_id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51960"/>
            <a:ext cx="5440680" cy="132588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361688"/>
            <a:ext cx="64008" cy="110642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4370832"/>
            <a:ext cx="512978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Prediction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818888"/>
            <a:ext cx="5129784" cy="6675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React sends JSON to Flask → model predicts → Flask saves the result → JSON response returns to React.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51960"/>
            <a:ext cx="5468112" cy="132588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4361688"/>
            <a:ext cx="64008" cy="1106424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4370832"/>
            <a:ext cx="5157216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818888"/>
            <a:ext cx="5157216" cy="66751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6FC"/>
                </a:solidFill>
                <a:latin typeface="Aptos"/>
              </a:defRPr>
            </a:pPr>
            <a:r>
              <a:t>The training dataset and linear.pkl are project files on the backend; MySQL stores registered users and prediction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989320"/>
            <a:ext cx="109728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2BFD2"/>
                </a:solidFill>
                <a:latin typeface="Aptos"/>
              </a:defRPr>
            </a:pPr>
            <a:r>
              <a:t>Local demo endpoints use http://127.0.0.1:5000; React development server typically runs at http://localhost:5173.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1D3DC"/>
                </a:solidFill>
                <a:latin typeface="Aptos"/>
              </a:defRPr>
            </a:pPr>
            <a:r>
              <a:t>12  /  DATA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Where is each kind of data stored?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2BFD2"/>
                </a:solidFill>
                <a:latin typeface="Aptos"/>
              </a:defRPr>
            </a:pPr>
            <a:r>
              <a:t>CarLens uses local project files for machine learning and MySQL for application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182880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64008" cy="160934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47672"/>
            <a:ext cx="325526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Training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255264" cy="11704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File: Cars24_Used_Cars_Clean_Data.xls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CSV-formatted data despite the .xls extension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Used to train/evaluate the model; not the live user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182880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938528"/>
            <a:ext cx="64008" cy="160934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947672"/>
            <a:ext cx="325526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Trained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95728"/>
            <a:ext cx="3255264" cy="11704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File: linear.pkl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Saved Scikit-learn regression pipeline</a:t>
            </a:r>
          </a:p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Loaded by app.py to estimate prices for new inputs.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28800"/>
            <a:ext cx="3566160" cy="182880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2" y="1938528"/>
            <a:ext cx="64008" cy="1609344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947672"/>
            <a:ext cx="325526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95728"/>
            <a:ext cx="3255264" cy="11704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Database: carlens_db</a:t>
            </a:r>
          </a:p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users: id, name, email, password_hash</a:t>
            </a:r>
          </a:p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prediction_history: car details, predicted_price, user_id, created_at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80"/>
            <a:ext cx="5440680" cy="141732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78808"/>
            <a:ext cx="64008" cy="119786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4187952"/>
            <a:ext cx="512978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Browser-side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636008"/>
            <a:ext cx="5129784" cy="7589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The React app stores the signed login token and non-sensitive user profile in localStorage. The password is not stored there.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69080"/>
            <a:ext cx="5513832" cy="141732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178808"/>
            <a:ext cx="64008" cy="119786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187952"/>
            <a:ext cx="5202936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Why link predictions to users?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636008"/>
            <a:ext cx="5202936" cy="7589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prediction_history.user_id associates each saved estimate with its account. The Dashboard requests /history and shows records for the authenticated user.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92531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2BFD2"/>
                </a:solidFill>
                <a:latin typeface="Aptos"/>
              </a:defRPr>
            </a:pPr>
            <a:r>
              <a:t>Database credentials belong in the backend .env file; do not put MySQL credentials in React or expose them in slides.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1D3DC"/>
                </a:solidFill>
                <a:latin typeface="Aptos"/>
              </a:defRPr>
            </a:pPr>
            <a:r>
              <a:t>13  /  REQUEST &amp; TESTING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What happens when a user registers, logs in, and predicts?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2BFD2"/>
                </a:solidFill>
                <a:latin typeface="Aptos"/>
              </a:defRPr>
            </a:pPr>
            <a:r>
              <a:t>A concise walkthrough for the live demonstration and technical viva.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20440" cy="15087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38528"/>
            <a:ext cx="64008" cy="128930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47672"/>
            <a:ext cx="320954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A 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95728"/>
            <a:ext cx="3209544" cy="8503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React sends name, email and password to POST /register. Flask hashes the password and saves the user in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20440" cy="15087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938528"/>
            <a:ext cx="64008" cy="128930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947672"/>
            <a:ext cx="320954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B 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95728"/>
            <a:ext cx="3209544" cy="8503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POST /login checks the stored password hash. On success, Flask returns a signed token and user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28800"/>
            <a:ext cx="3566160" cy="150876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2" y="1938528"/>
            <a:ext cx="64008" cy="1289304"/>
          </a:xfrm>
          <a:prstGeom prst="rect">
            <a:avLst/>
          </a:prstGeom>
          <a:solidFill>
            <a:srgbClr val="FF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947672"/>
            <a:ext cx="325526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55C"/>
                </a:solidFill>
                <a:latin typeface="Aptos"/>
              </a:defRPr>
            </a:pPr>
            <a:r>
              <a:t>C  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395728"/>
            <a:ext cx="3255264" cy="8503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2F6FC"/>
                </a:solidFill>
                <a:latin typeface="Aptos"/>
              </a:defRPr>
            </a:pPr>
            <a:r>
              <a:t>POST /predict receives vehicle inputs and the bearer token. Flask runs the model and saves the estimate with user_id.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30752"/>
            <a:ext cx="5440680" cy="141732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64008" cy="1197864"/>
          </a:xfrm>
          <a:prstGeom prst="rect">
            <a:avLst/>
          </a:prstGeom>
          <a:solidFill>
            <a:srgbClr val="4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3849624"/>
            <a:ext cx="5129784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41D3DC"/>
                </a:solidFill>
                <a:latin typeface="Aptos"/>
              </a:defRPr>
            </a:pPr>
            <a:r>
              <a:t>D 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297680"/>
            <a:ext cx="5129784" cy="7589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GET /history verifies the bearer token and returns prediction history for that user, newest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30752"/>
            <a:ext cx="5513832" cy="1417320"/>
          </a:xfrm>
          <a:prstGeom prst="roundRect">
            <a:avLst/>
          </a:prstGeom>
          <a:solidFill>
            <a:srgbClr val="14223A"/>
          </a:solidFill>
          <a:ln>
            <a:solidFill>
              <a:srgbClr val="27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64008" cy="1197864"/>
          </a:xfrm>
          <a:prstGeom prst="rect">
            <a:avLst/>
          </a:prstGeom>
          <a:solidFill>
            <a:srgbClr val="6B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849624"/>
            <a:ext cx="5202936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BDCA4"/>
                </a:solidFill>
                <a:latin typeface="Aptos"/>
              </a:defRPr>
            </a:pPr>
            <a:r>
              <a:t>Tests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297680"/>
            <a:ext cx="5202936" cy="75895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2F6FC"/>
                </a:solidFill>
                <a:latin typeface="Aptos"/>
              </a:defRPr>
            </a:pPr>
            <a:r>
              <a:t>Fresh registration → login → prediction → MySQL row → Dashboard history → logout/re-login → history persisted after refresh.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669280"/>
            <a:ext cx="1097280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2BFD2"/>
                </a:solidFill>
                <a:latin typeface="Aptos"/>
              </a:defRPr>
            </a:pPr>
            <a:r>
              <a:t>Demo limitation: the signed-token approach is suitable for a student prototype; production use needs stronger session lifecycle controls, HTTPS, rate limiting and deployment secrets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F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B5C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t>CARLENS  / 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600" b="1">
                <a:solidFill>
                  <a:srgbClr val="F4F7FC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120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1">
                <a:solidFill>
                  <a:srgbClr val="5FBEFF"/>
                </a:solidFill>
                <a:latin typeface="Aptos"/>
              </a:defRPr>
            </a:pPr>
            <a:r>
              <a:rPr dirty="0"/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3AE1EB"/>
                </a:solidFill>
                <a:latin typeface="Aptos"/>
              </a:defRPr>
            </a:pPr>
            <a:r>
              <a:rPr dirty="0"/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73287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rPr dirty="0"/>
              <a:t>Khushi Desai  •  241011202</a:t>
            </a:r>
            <a:r>
              <a:rPr lang="en-IN" dirty="0"/>
              <a:t>0</a:t>
            </a:r>
            <a:br>
              <a:rPr dirty="0"/>
            </a:br>
            <a:r>
              <a:rPr dirty="0"/>
              <a:t>Durgesh Parmar  •  2410112048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777240"/>
            <a:ext cx="4983480" cy="4480560"/>
          </a:xfrm>
          <a:prstGeom prst="roundRect">
            <a:avLst/>
          </a:prstGeom>
          <a:solidFill>
            <a:srgbClr val="12192B"/>
          </a:solidFill>
          <a:ln>
            <a:solidFill>
              <a:srgbClr val="2B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10856" y="955548"/>
            <a:ext cx="4581144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5FBEFF"/>
                </a:solidFill>
                <a:latin typeface="Aptos"/>
              </a:defRPr>
            </a:pPr>
            <a:r>
              <a:rPr dirty="0"/>
              <a:t>TECHNICAL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1523508"/>
            <a:ext cx="4581144" cy="16989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0">
                <a:solidFill>
                  <a:srgbClr val="F4F7FC"/>
                </a:solidFill>
                <a:latin typeface="Aptos"/>
              </a:defRPr>
            </a:pPr>
            <a:r>
              <a:rPr dirty="0"/>
              <a:t>React documentation — </a:t>
            </a:r>
            <a:r>
              <a:rPr dirty="0" err="1"/>
              <a:t>react.dev</a:t>
            </a:r>
            <a:br>
              <a:rPr dirty="0"/>
            </a:br>
            <a:br>
              <a:rPr dirty="0"/>
            </a:br>
            <a:r>
              <a:rPr dirty="0"/>
              <a:t>Flask documentation — flask.palletsprojects.com</a:t>
            </a:r>
            <a:br>
              <a:rPr dirty="0"/>
            </a:br>
            <a:br>
              <a:rPr dirty="0"/>
            </a:br>
            <a:r>
              <a:rPr dirty="0"/>
              <a:t>Scikit-learn User Guide — scikit-learn.org</a:t>
            </a:r>
            <a:br>
              <a:rPr dirty="0"/>
            </a:br>
            <a:br>
              <a:rPr dirty="0"/>
            </a:br>
            <a:r>
              <a:rPr dirty="0"/>
              <a:t>Pandas documentation — pandas.pydata.org</a:t>
            </a:r>
            <a:br>
              <a:rPr dirty="0"/>
            </a:br>
            <a:br>
              <a:rPr dirty="0"/>
            </a:br>
            <a:r>
              <a:rPr dirty="0"/>
              <a:t>Dataset: Cars24 used-car dataset used for model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1456</Words>
  <Application>Microsoft Office PowerPoint</Application>
  <PresentationFormat>Widescreen</PresentationFormat>
  <Paragraphs>204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Khushi Desai</cp:lastModifiedBy>
  <cp:revision>3</cp:revision>
  <dcterms:created xsi:type="dcterms:W3CDTF">2013-01-27T09:14:16Z</dcterms:created>
  <dcterms:modified xsi:type="dcterms:W3CDTF">2026-10-22T09:01:02Z</dcterms:modified>
  <cp:category/>
</cp:coreProperties>
</file>